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sldIdLst>
    <p:sldId id="258" r:id="rId8"/>
    <p:sldId id="273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B3090F-55CA-48B6-AE9D-1026C3C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2993"/>
            <a:ext cx="10515600" cy="1325563"/>
          </a:xfrm>
        </p:spPr>
        <p:txBody>
          <a:bodyPr/>
          <a:lstStyle/>
          <a:p>
            <a:pPr algn="ctr"/>
            <a:r>
              <a:rPr lang="id-ID" dirty="0"/>
              <a:t>BAB III  STRUKTUR KONTROL</a:t>
            </a:r>
            <a:endParaRPr lang="id-ID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B8B3090F-55CA-48B6-AE9D-1026C3C1790C}"/>
              </a:ext>
            </a:extLst>
          </p:cNvPr>
          <p:cNvSpPr txBox="1">
            <a:spLocks/>
          </p:cNvSpPr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 smtClean="0">
                <a:latin typeface="Algerian" panose="04020705040A02060702" pitchFamily="82" charset="0"/>
              </a:rPr>
              <a:t>PEMROGRAMAN WEB 2</a:t>
            </a:r>
            <a:br>
              <a:rPr lang="id-ID" b="1" dirty="0" smtClean="0">
                <a:latin typeface="Algerian" panose="04020705040A02060702" pitchFamily="82" charset="0"/>
              </a:rPr>
            </a:br>
            <a:endParaRPr lang="en-ID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 fontScale="90000"/>
          </a:bodyPr>
          <a:lstStyle/>
          <a:p>
            <a:r>
              <a:rPr lang="id-ID" sz="3600" b="1" dirty="0" smtClean="0"/>
              <a:t>A. Pernyataan </a:t>
            </a:r>
            <a:r>
              <a:rPr lang="id-ID" sz="3600" b="1" dirty="0"/>
              <a:t>if </a:t>
            </a:r>
            <a:r>
              <a:rPr lang="id-ID" sz="3600" b="1" dirty="0" smtClean="0"/>
              <a:t>Sederhana</a:t>
            </a:r>
            <a:br>
              <a:rPr lang="id-ID" sz="3600" b="1" dirty="0" smtClean="0"/>
            </a:br>
            <a:r>
              <a:rPr lang="id-ID" sz="3600" b="1" dirty="0"/>
              <a:t/>
            </a:r>
            <a:br>
              <a:rPr lang="id-ID" sz="3600" b="1" dirty="0"/>
            </a:br>
            <a:r>
              <a:rPr lang="en-US" sz="3600" dirty="0" err="1"/>
              <a:t>Pada</a:t>
            </a:r>
            <a:r>
              <a:rPr lang="en-US" sz="3600" dirty="0"/>
              <a:t> </a:t>
            </a:r>
            <a:r>
              <a:rPr lang="en-US" sz="3600" dirty="0" err="1"/>
              <a:t>bentuk</a:t>
            </a:r>
            <a:r>
              <a:rPr lang="en-US" sz="3600" dirty="0"/>
              <a:t> </a:t>
            </a:r>
            <a:r>
              <a:rPr lang="en-US" sz="3600" dirty="0" err="1"/>
              <a:t>ini</a:t>
            </a:r>
            <a:r>
              <a:rPr lang="en-US" sz="3600" dirty="0"/>
              <a:t>, </a:t>
            </a:r>
            <a:r>
              <a:rPr lang="en-US" sz="3600" dirty="0" err="1"/>
              <a:t>bagian</a:t>
            </a:r>
            <a:r>
              <a:rPr lang="en-US" sz="3600" dirty="0"/>
              <a:t> </a:t>
            </a:r>
            <a:r>
              <a:rPr lang="en-US" sz="3600" i="1" dirty="0" err="1"/>
              <a:t>pernyataan</a:t>
            </a:r>
            <a:r>
              <a:rPr lang="en-US" sz="3600" dirty="0"/>
              <a:t> </a:t>
            </a:r>
            <a:r>
              <a:rPr lang="en-US" sz="3600" dirty="0" err="1"/>
              <a:t>akan</a:t>
            </a:r>
            <a:r>
              <a:rPr lang="en-US" sz="3600" dirty="0"/>
              <a:t> </a:t>
            </a:r>
            <a:r>
              <a:rPr lang="en-US" sz="3600" dirty="0" err="1"/>
              <a:t>dijalankan</a:t>
            </a:r>
            <a:r>
              <a:rPr lang="en-US" sz="3600" dirty="0"/>
              <a:t> </a:t>
            </a:r>
            <a:r>
              <a:rPr lang="en-US" sz="3600" dirty="0" err="1"/>
              <a:t>apabila</a:t>
            </a:r>
            <a:r>
              <a:rPr lang="en-US" sz="3600" dirty="0"/>
              <a:t> </a:t>
            </a:r>
            <a:r>
              <a:rPr lang="en-US" sz="3600" dirty="0" err="1"/>
              <a:t>bagian</a:t>
            </a:r>
            <a:r>
              <a:rPr lang="en-US" sz="3600" dirty="0"/>
              <a:t> </a:t>
            </a:r>
            <a:r>
              <a:rPr lang="en-US" sz="3600" i="1" dirty="0" err="1"/>
              <a:t>ekspresi</a:t>
            </a:r>
            <a:r>
              <a:rPr lang="en-US" sz="3600" dirty="0"/>
              <a:t> </a:t>
            </a:r>
            <a:r>
              <a:rPr lang="en-US" sz="3600" dirty="0" err="1"/>
              <a:t>bernilai</a:t>
            </a:r>
            <a:r>
              <a:rPr lang="en-US" sz="3600" dirty="0"/>
              <a:t> </a:t>
            </a:r>
            <a:r>
              <a:rPr lang="en-US" sz="3600" dirty="0" err="1"/>
              <a:t>benar</a:t>
            </a:r>
            <a:r>
              <a:rPr lang="en-US" sz="3600" dirty="0"/>
              <a:t>.</a:t>
            </a:r>
            <a:r>
              <a:rPr lang="id-ID" sz="3600" dirty="0"/>
              <a:t/>
            </a:r>
            <a:br>
              <a:rPr lang="id-ID" sz="3600" dirty="0"/>
            </a:br>
            <a:r>
              <a:rPr lang="en-US" sz="3600" dirty="0"/>
              <a:t>if (</a:t>
            </a:r>
            <a:r>
              <a:rPr lang="en-US" sz="3600" i="1" dirty="0" err="1"/>
              <a:t>ekspresi</a:t>
            </a:r>
            <a:r>
              <a:rPr lang="en-US" sz="3600" dirty="0"/>
              <a:t>) {</a:t>
            </a:r>
            <a:r>
              <a:rPr lang="id-ID" sz="3600" dirty="0"/>
              <a:t/>
            </a:r>
            <a:br>
              <a:rPr lang="id-ID" sz="3600" dirty="0"/>
            </a:br>
            <a:r>
              <a:rPr lang="en-US" sz="3600" dirty="0"/>
              <a:t>		//</a:t>
            </a:r>
            <a:r>
              <a:rPr lang="en-US" sz="3600" i="1" dirty="0" err="1"/>
              <a:t>pernyataan</a:t>
            </a:r>
            <a:r>
              <a:rPr lang="en-US" sz="3600" dirty="0"/>
              <a:t> (</a:t>
            </a:r>
            <a:r>
              <a:rPr lang="en-US" sz="3600" dirty="0" err="1"/>
              <a:t>kode</a:t>
            </a:r>
            <a:r>
              <a:rPr lang="en-US" sz="3600" dirty="0"/>
              <a:t> yang </a:t>
            </a:r>
            <a:r>
              <a:rPr lang="en-US" sz="3600" dirty="0" err="1"/>
              <a:t>dieksekusi</a:t>
            </a:r>
            <a:r>
              <a:rPr lang="en-US" sz="3600" dirty="0"/>
              <a:t>)</a:t>
            </a:r>
            <a:r>
              <a:rPr lang="id-ID" sz="3600" dirty="0"/>
              <a:t/>
            </a:r>
            <a:br>
              <a:rPr lang="id-ID" sz="3600" dirty="0"/>
            </a:br>
            <a:r>
              <a:rPr lang="en-US" sz="3600" dirty="0"/>
              <a:t>}</a:t>
            </a:r>
            <a:r>
              <a:rPr lang="id-ID" sz="3600" dirty="0"/>
              <a:t/>
            </a:r>
            <a:br>
              <a:rPr lang="id-ID" sz="3600" dirty="0"/>
            </a:br>
            <a:endParaRPr lang="id-ID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id-ID" sz="4400" b="1" dirty="0" smtClean="0"/>
              <a:t>3.1Struktur </a:t>
            </a:r>
            <a:r>
              <a:rPr lang="id-ID" sz="4400" b="1" dirty="0"/>
              <a:t>Seleksi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234" y="1519707"/>
            <a:ext cx="4095481" cy="4069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Bentuk</a:t>
            </a:r>
            <a:r>
              <a:rPr lang="en-US" sz="3200" dirty="0"/>
              <a:t> </a:t>
            </a:r>
            <a:r>
              <a:rPr lang="en-US" sz="3200" dirty="0" err="1"/>
              <a:t>kedua</a:t>
            </a:r>
            <a:r>
              <a:rPr lang="en-US" sz="3200" dirty="0"/>
              <a:t> </a:t>
            </a:r>
            <a:r>
              <a:rPr lang="en-US" sz="3200" dirty="0" err="1"/>
              <a:t>pernyataan</a:t>
            </a:r>
            <a:r>
              <a:rPr lang="en-US" sz="3200" dirty="0"/>
              <a:t> </a:t>
            </a:r>
            <a:r>
              <a:rPr lang="en-US" sz="3200" b="1" dirty="0"/>
              <a:t>if</a:t>
            </a:r>
            <a:r>
              <a:rPr lang="en-US" sz="3200" dirty="0"/>
              <a:t> </a:t>
            </a:r>
            <a:r>
              <a:rPr lang="en-US" sz="3200" dirty="0" err="1"/>
              <a:t>melibatkan</a:t>
            </a:r>
            <a:r>
              <a:rPr lang="en-US" sz="3200" dirty="0"/>
              <a:t> </a:t>
            </a:r>
            <a:r>
              <a:rPr lang="en-US" sz="3200" dirty="0" err="1"/>
              <a:t>bagian</a:t>
            </a:r>
            <a:r>
              <a:rPr lang="en-US" sz="3200" dirty="0"/>
              <a:t> </a:t>
            </a:r>
            <a:r>
              <a:rPr lang="en-US" sz="3200" b="1" dirty="0"/>
              <a:t>else</a:t>
            </a:r>
            <a:r>
              <a:rPr lang="en-US" sz="3200" dirty="0"/>
              <a:t>. </a:t>
            </a:r>
            <a:r>
              <a:rPr lang="en-US" sz="3200" dirty="0" err="1"/>
              <a:t>Formatnya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</a:t>
            </a:r>
            <a:r>
              <a:rPr lang="en-US" sz="3200" dirty="0" err="1"/>
              <a:t>berikut</a:t>
            </a:r>
            <a:r>
              <a:rPr lang="en-US" sz="3200" dirty="0"/>
              <a:t> :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/>
              <a:t>if (</a:t>
            </a:r>
            <a:r>
              <a:rPr lang="en-US" sz="3200" i="1" dirty="0" err="1"/>
              <a:t>ekspresi</a:t>
            </a:r>
            <a:r>
              <a:rPr lang="en-US" sz="3200" dirty="0"/>
              <a:t>) {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 smtClean="0"/>
              <a:t>//</a:t>
            </a:r>
            <a:r>
              <a:rPr lang="en-US" sz="3200" i="1" dirty="0"/>
              <a:t>pernyataan_1</a:t>
            </a:r>
            <a:r>
              <a:rPr lang="en-US" sz="3200" dirty="0"/>
              <a:t> (</a:t>
            </a:r>
            <a:r>
              <a:rPr lang="en-US" sz="3200" dirty="0" err="1"/>
              <a:t>kode</a:t>
            </a:r>
            <a:r>
              <a:rPr lang="en-US" sz="3200" dirty="0"/>
              <a:t> yang </a:t>
            </a:r>
            <a:r>
              <a:rPr lang="en-US" sz="3200" dirty="0" err="1"/>
              <a:t>dieksekusi</a:t>
            </a:r>
            <a:r>
              <a:rPr lang="en-US" sz="3200" dirty="0"/>
              <a:t>)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/>
              <a:t>}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/>
              <a:t>else </a:t>
            </a:r>
            <a:r>
              <a:rPr lang="en-US" sz="3200" dirty="0" smtClean="0"/>
              <a:t>{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 smtClean="0"/>
              <a:t>//</a:t>
            </a:r>
            <a:r>
              <a:rPr lang="en-US" sz="3200" i="1" dirty="0"/>
              <a:t>pernyataan_2</a:t>
            </a:r>
            <a:r>
              <a:rPr lang="en-US" sz="3200" dirty="0"/>
              <a:t> (</a:t>
            </a:r>
            <a:r>
              <a:rPr lang="en-US" sz="3200" dirty="0" err="1"/>
              <a:t>kode</a:t>
            </a:r>
            <a:r>
              <a:rPr lang="en-US" sz="3200" dirty="0"/>
              <a:t> yang </a:t>
            </a:r>
            <a:r>
              <a:rPr lang="en-US" sz="3200" dirty="0" err="1"/>
              <a:t>dieksekusi</a:t>
            </a:r>
            <a:r>
              <a:rPr lang="en-US" sz="3200" dirty="0"/>
              <a:t>)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/>
              <a:t>}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 err="1"/>
              <a:t>Keterangan</a:t>
            </a:r>
            <a:r>
              <a:rPr lang="en-US" sz="3200" dirty="0"/>
              <a:t>: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 err="1"/>
              <a:t>Bagian</a:t>
            </a:r>
            <a:r>
              <a:rPr lang="en-US" sz="3200" dirty="0"/>
              <a:t> </a:t>
            </a:r>
            <a:r>
              <a:rPr lang="en-US" sz="3200" i="1" dirty="0"/>
              <a:t>pernyataan_1</a:t>
            </a:r>
            <a:r>
              <a:rPr lang="en-US" sz="3200" dirty="0"/>
              <a:t> </a:t>
            </a:r>
            <a:r>
              <a:rPr lang="en-US" sz="3200" dirty="0" err="1"/>
              <a:t>dijalankan</a:t>
            </a:r>
            <a:r>
              <a:rPr lang="en-US" sz="3200" dirty="0"/>
              <a:t> </a:t>
            </a:r>
            <a:r>
              <a:rPr lang="en-US" sz="3200" dirty="0" err="1"/>
              <a:t>kalau</a:t>
            </a:r>
            <a:r>
              <a:rPr lang="en-US" sz="3200" dirty="0"/>
              <a:t> </a:t>
            </a:r>
            <a:r>
              <a:rPr lang="en-US" sz="3200" dirty="0" err="1"/>
              <a:t>ekspresi</a:t>
            </a:r>
            <a:r>
              <a:rPr lang="en-US" sz="3200" dirty="0"/>
              <a:t> </a:t>
            </a:r>
            <a:r>
              <a:rPr lang="en-US" sz="3200" dirty="0" err="1"/>
              <a:t>berniali</a:t>
            </a:r>
            <a:r>
              <a:rPr lang="en-US" sz="3200" dirty="0"/>
              <a:t> </a:t>
            </a:r>
            <a:r>
              <a:rPr lang="en-US" sz="3200" dirty="0" err="1"/>
              <a:t>benar</a:t>
            </a:r>
            <a:r>
              <a:rPr lang="en-US" sz="3200" dirty="0"/>
              <a:t>, </a:t>
            </a:r>
            <a:r>
              <a:rPr lang="en-US" sz="3200" dirty="0" err="1"/>
              <a:t>dan</a:t>
            </a:r>
            <a:r>
              <a:rPr lang="id-ID" sz="3200" dirty="0"/>
              <a:t/>
            </a:r>
            <a:br>
              <a:rPr lang="id-ID" sz="3200" dirty="0"/>
            </a:br>
            <a:r>
              <a:rPr lang="en-US" sz="3200" dirty="0" err="1"/>
              <a:t>Bagian</a:t>
            </a:r>
            <a:r>
              <a:rPr lang="en-US" sz="3200" dirty="0"/>
              <a:t> </a:t>
            </a:r>
            <a:r>
              <a:rPr lang="en-US" sz="3200" i="1" dirty="0"/>
              <a:t>pernyataan_2</a:t>
            </a:r>
            <a:r>
              <a:rPr lang="en-US" sz="3200" dirty="0"/>
              <a:t> </a:t>
            </a:r>
            <a:r>
              <a:rPr lang="en-US" sz="3200" dirty="0" err="1"/>
              <a:t>dijalankan</a:t>
            </a:r>
            <a:r>
              <a:rPr lang="en-US" sz="3200" dirty="0"/>
              <a:t> </a:t>
            </a:r>
            <a:r>
              <a:rPr lang="en-US" sz="3200" dirty="0" err="1"/>
              <a:t>kalau</a:t>
            </a:r>
            <a:r>
              <a:rPr lang="en-US" sz="3200" dirty="0"/>
              <a:t> </a:t>
            </a:r>
            <a:r>
              <a:rPr lang="en-US" sz="3200" dirty="0" err="1"/>
              <a:t>ekspresi</a:t>
            </a:r>
            <a:r>
              <a:rPr lang="en-US" sz="3200" dirty="0"/>
              <a:t> </a:t>
            </a:r>
            <a:r>
              <a:rPr lang="en-US" sz="3200" dirty="0" err="1"/>
              <a:t>bernilai</a:t>
            </a:r>
            <a:r>
              <a:rPr lang="en-US" sz="3200" dirty="0"/>
              <a:t> </a:t>
            </a:r>
            <a:r>
              <a:rPr lang="en-US" sz="3200" dirty="0" err="1"/>
              <a:t>salah</a:t>
            </a:r>
            <a:r>
              <a:rPr lang="en-US" sz="3200" dirty="0"/>
              <a:t>.</a:t>
            </a:r>
            <a:endParaRPr lang="id-ID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id-ID" sz="4400" b="1" dirty="0" smtClean="0"/>
              <a:t>B. </a:t>
            </a:r>
            <a:r>
              <a:rPr lang="en-US" sz="4400" b="1" dirty="0" err="1"/>
              <a:t>Pernyataan</a:t>
            </a:r>
            <a:r>
              <a:rPr lang="en-US" sz="4400" b="1" dirty="0"/>
              <a:t> if…else</a:t>
            </a:r>
            <a:r>
              <a:rPr lang="en-US" sz="4400" b="1" dirty="0" smtClean="0"/>
              <a:t>…</a:t>
            </a:r>
            <a:endParaRPr lang="id-ID" sz="4400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474" y="1326521"/>
            <a:ext cx="5274668" cy="4234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076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/>
          </a:bodyPr>
          <a:lstStyle/>
          <a:p>
            <a:r>
              <a:rPr lang="en-US" sz="2800" dirty="0" err="1"/>
              <a:t>Pernyataan</a:t>
            </a:r>
            <a:r>
              <a:rPr lang="en-US" sz="2800" dirty="0"/>
              <a:t> if…</a:t>
            </a:r>
            <a:r>
              <a:rPr lang="en-US" sz="2800" dirty="0" err="1"/>
              <a:t>elseif</a:t>
            </a:r>
            <a:r>
              <a:rPr lang="en-US" sz="2800" dirty="0"/>
              <a:t>… </a:t>
            </a:r>
            <a:r>
              <a:rPr lang="en-US" sz="2800" dirty="0" err="1"/>
              <a:t>sangat</a:t>
            </a:r>
            <a:r>
              <a:rPr lang="en-US" sz="2800" dirty="0"/>
              <a:t> </a:t>
            </a:r>
            <a:r>
              <a:rPr lang="en-US" sz="2800" dirty="0" err="1"/>
              <a:t>bermanfaat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pengambilan</a:t>
            </a:r>
            <a:r>
              <a:rPr lang="en-US" sz="2800" dirty="0"/>
              <a:t> </a:t>
            </a:r>
            <a:r>
              <a:rPr lang="en-US" sz="2800" dirty="0" err="1"/>
              <a:t>keputusan</a:t>
            </a:r>
            <a:r>
              <a:rPr lang="en-US" sz="2800" dirty="0"/>
              <a:t> yang </a:t>
            </a:r>
            <a:r>
              <a:rPr lang="en-US" sz="2800" dirty="0" err="1"/>
              <a:t>melibatkan</a:t>
            </a:r>
            <a:r>
              <a:rPr lang="en-US" sz="2800" dirty="0"/>
              <a:t> </a:t>
            </a:r>
            <a:r>
              <a:rPr lang="en-US" sz="2800" dirty="0" err="1"/>
              <a:t>banyak</a:t>
            </a:r>
            <a:r>
              <a:rPr lang="en-US" sz="2800" dirty="0"/>
              <a:t> alternative.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/>
              <a:t>if (</a:t>
            </a:r>
            <a:r>
              <a:rPr lang="en-US" sz="2800" i="1" dirty="0" err="1"/>
              <a:t>ekspresi</a:t>
            </a:r>
            <a:r>
              <a:rPr lang="en-US" sz="2800" dirty="0"/>
              <a:t>) {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 smtClean="0"/>
              <a:t>//</a:t>
            </a:r>
            <a:r>
              <a:rPr lang="en-US" sz="2800" i="1" dirty="0"/>
              <a:t>pernyataan_1</a:t>
            </a:r>
            <a:r>
              <a:rPr lang="en-US" sz="2800" dirty="0"/>
              <a:t> (</a:t>
            </a:r>
            <a:r>
              <a:rPr lang="en-US" sz="2800" dirty="0" err="1"/>
              <a:t>kode</a:t>
            </a:r>
            <a:r>
              <a:rPr lang="en-US" sz="2800" dirty="0"/>
              <a:t> yang </a:t>
            </a:r>
            <a:r>
              <a:rPr lang="en-US" sz="2800" dirty="0" err="1"/>
              <a:t>dieksekusi</a:t>
            </a:r>
            <a:r>
              <a:rPr lang="en-US" sz="2800" dirty="0"/>
              <a:t>)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/>
              <a:t>}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 err="1"/>
              <a:t>elseif</a:t>
            </a:r>
            <a:r>
              <a:rPr lang="en-US" sz="2800" dirty="0"/>
              <a:t> {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 smtClean="0"/>
              <a:t>//</a:t>
            </a:r>
            <a:r>
              <a:rPr lang="en-US" sz="2800" i="1" dirty="0"/>
              <a:t>pernyataan_2</a:t>
            </a:r>
            <a:r>
              <a:rPr lang="en-US" sz="2800" dirty="0"/>
              <a:t> (</a:t>
            </a:r>
            <a:r>
              <a:rPr lang="en-US" sz="2800" dirty="0" err="1"/>
              <a:t>kode</a:t>
            </a:r>
            <a:r>
              <a:rPr lang="en-US" sz="2800" dirty="0"/>
              <a:t> yang </a:t>
            </a:r>
            <a:r>
              <a:rPr lang="en-US" sz="2800" dirty="0" err="1"/>
              <a:t>dieksekusi</a:t>
            </a:r>
            <a:r>
              <a:rPr lang="en-US" sz="2800" dirty="0"/>
              <a:t>)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/>
              <a:t>}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/>
              <a:t>else {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 smtClean="0"/>
              <a:t>//</a:t>
            </a:r>
            <a:r>
              <a:rPr lang="en-US" sz="2800" i="1" dirty="0"/>
              <a:t>pernyataan_3</a:t>
            </a:r>
            <a:r>
              <a:rPr lang="en-US" sz="2800" dirty="0"/>
              <a:t> (</a:t>
            </a:r>
            <a:r>
              <a:rPr lang="en-US" sz="2800" dirty="0" err="1"/>
              <a:t>kode</a:t>
            </a:r>
            <a:r>
              <a:rPr lang="en-US" sz="2800" dirty="0"/>
              <a:t> yang </a:t>
            </a:r>
            <a:r>
              <a:rPr lang="en-US" sz="2800" dirty="0" err="1"/>
              <a:t>dieksekusi</a:t>
            </a:r>
            <a:r>
              <a:rPr lang="en-US" sz="2800" dirty="0"/>
              <a:t>)</a:t>
            </a:r>
            <a:r>
              <a:rPr lang="id-ID" sz="2800" dirty="0"/>
              <a:t/>
            </a:r>
            <a:br>
              <a:rPr lang="id-ID" sz="2800" dirty="0"/>
            </a:br>
            <a:r>
              <a:rPr lang="en-US" sz="2800" dirty="0"/>
              <a:t>}</a:t>
            </a:r>
            <a:endParaRPr lang="id-ID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id-ID" b="1" dirty="0" smtClean="0"/>
              <a:t>C. </a:t>
            </a:r>
            <a:r>
              <a:rPr lang="en-US" b="1" dirty="0" err="1" smtClean="0"/>
              <a:t>Pernyataan</a:t>
            </a:r>
            <a:r>
              <a:rPr lang="en-US" b="1" dirty="0" smtClean="0"/>
              <a:t> </a:t>
            </a:r>
            <a:r>
              <a:rPr lang="en-US" b="1" dirty="0"/>
              <a:t>if…</a:t>
            </a:r>
            <a:r>
              <a:rPr lang="en-US" b="1" dirty="0" err="1"/>
              <a:t>elseif</a:t>
            </a:r>
            <a:r>
              <a:rPr lang="en-US" b="1" dirty="0"/>
              <a:t>…</a:t>
            </a:r>
            <a:endParaRPr lang="id-ID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561" y="1197735"/>
            <a:ext cx="5215943" cy="4752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697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 fontScale="90000"/>
          </a:bodyPr>
          <a:lstStyle/>
          <a:p>
            <a:r>
              <a:rPr lang="id-ID" sz="2800" dirty="0"/>
              <a:t>&lt;?</a:t>
            </a:r>
            <a:br>
              <a:rPr lang="id-ID" sz="2800" dirty="0"/>
            </a:br>
            <a:r>
              <a:rPr lang="id-ID" sz="2800" dirty="0"/>
              <a:t>$ball = 'purple'; </a:t>
            </a:r>
            <a:br>
              <a:rPr lang="id-ID" sz="2800" dirty="0"/>
            </a:br>
            <a:r>
              <a:rPr lang="id-ID" sz="2800" dirty="0"/>
              <a:t>  //Coba ubah ke "yellow", "blue", </a:t>
            </a:r>
            <a:r>
              <a:rPr lang="id-ID" sz="2800" dirty="0" smtClean="0"/>
              <a:t/>
            </a:r>
            <a:br>
              <a:rPr lang="id-ID" sz="2800" dirty="0" smtClean="0"/>
            </a:br>
            <a:r>
              <a:rPr lang="id-ID" sz="2800" dirty="0" smtClean="0"/>
              <a:t>"</a:t>
            </a:r>
            <a:r>
              <a:rPr lang="id-ID" sz="2800" dirty="0"/>
              <a:t>green", "purple", atau warna lain</a:t>
            </a:r>
            <a:br>
              <a:rPr lang="id-ID" sz="2800" dirty="0"/>
            </a:br>
            <a:r>
              <a:rPr lang="id-ID" sz="2800" dirty="0"/>
              <a:t>if ($ball == 'red') {</a:t>
            </a:r>
            <a:br>
              <a:rPr lang="id-ID" sz="2800" dirty="0"/>
            </a:br>
            <a:r>
              <a:rPr lang="id-ID" sz="2800" dirty="0"/>
              <a:t>  $redbox = $ball;</a:t>
            </a:r>
            <a:br>
              <a:rPr lang="id-ID" sz="2800" dirty="0"/>
            </a:br>
            <a:r>
              <a:rPr lang="id-ID" sz="2800" dirty="0"/>
              <a:t>} elseif ($ball == 'yellow') { </a:t>
            </a:r>
            <a:br>
              <a:rPr lang="id-ID" sz="2800" dirty="0"/>
            </a:br>
            <a:r>
              <a:rPr lang="id-ID" sz="2800" dirty="0"/>
              <a:t>  $yellowbox = $ball;</a:t>
            </a:r>
            <a:br>
              <a:rPr lang="id-ID" sz="2800" dirty="0"/>
            </a:br>
            <a:r>
              <a:rPr lang="id-ID" sz="2800" dirty="0"/>
              <a:t>} elseif ($ball == 'blue') { </a:t>
            </a:r>
            <a:br>
              <a:rPr lang="id-ID" sz="2800" dirty="0"/>
            </a:br>
            <a:r>
              <a:rPr lang="id-ID" sz="2800" dirty="0"/>
              <a:t>  $bluebox = $ball;</a:t>
            </a:r>
            <a:br>
              <a:rPr lang="id-ID" sz="2800" dirty="0"/>
            </a:br>
            <a:r>
              <a:rPr lang="id-ID" sz="2800" dirty="0"/>
              <a:t>} elseif ($ball == 'green') { </a:t>
            </a:r>
            <a:br>
              <a:rPr lang="id-ID" sz="2800" dirty="0"/>
            </a:br>
            <a:r>
              <a:rPr lang="id-ID" sz="2800" dirty="0"/>
              <a:t>  $greenbox = $ball;</a:t>
            </a:r>
            <a:br>
              <a:rPr lang="id-ID" sz="2800" dirty="0"/>
            </a:br>
            <a:r>
              <a:rPr lang="id-ID" sz="2800" dirty="0"/>
              <a:t>} elseif ($ball == 'purple') { </a:t>
            </a:r>
            <a:br>
              <a:rPr lang="id-ID" sz="2800" dirty="0"/>
            </a:br>
            <a:endParaRPr lang="id-ID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1 :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0896" y="1345163"/>
            <a:ext cx="5992969" cy="415498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 $purplebox = $ball;</a:t>
            </a:r>
          </a:p>
          <a:p>
            <a:r>
              <a:rPr lang="id-ID" sz="2400" dirty="0"/>
              <a:t>} else { </a:t>
            </a:r>
          </a:p>
          <a:p>
            <a:r>
              <a:rPr lang="id-ID" sz="2400" dirty="0"/>
              <a:t>  $colorlessbox = $ball;</a:t>
            </a:r>
          </a:p>
          <a:p>
            <a:r>
              <a:rPr lang="id-ID" sz="2400" dirty="0"/>
              <a:t>}</a:t>
            </a:r>
          </a:p>
          <a:p>
            <a:r>
              <a:rPr lang="id-ID" sz="2400" dirty="0"/>
              <a:t>echo "red box : $redbox &lt;br&gt;\n";</a:t>
            </a:r>
          </a:p>
          <a:p>
            <a:r>
              <a:rPr lang="id-ID" sz="2400" dirty="0"/>
              <a:t>echo "yellow box : $yellowbox &lt;br&gt;\n";</a:t>
            </a:r>
          </a:p>
          <a:p>
            <a:r>
              <a:rPr lang="id-ID" sz="2400" dirty="0"/>
              <a:t>echo "blue box : $bluebox &lt;br&gt;\n";</a:t>
            </a:r>
          </a:p>
          <a:p>
            <a:r>
              <a:rPr lang="id-ID" sz="2400" dirty="0"/>
              <a:t>echo "green box : $greenbox &lt;br&gt;\n";</a:t>
            </a:r>
          </a:p>
          <a:p>
            <a:r>
              <a:rPr lang="id-ID" sz="2400" dirty="0"/>
              <a:t>echo "purple box : $purplebox &lt;br&gt;\n";</a:t>
            </a:r>
          </a:p>
          <a:p>
            <a:r>
              <a:rPr lang="id-ID" sz="2400" dirty="0"/>
              <a:t>echo "colorless box : $colorlessbox &lt;br&gt;\n";</a:t>
            </a:r>
          </a:p>
          <a:p>
            <a:r>
              <a:rPr lang="id-ID" sz="24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1813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 fontScale="90000"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&lt;title&gt;contoh Penggunaan IF&lt;/title&gt;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  <a:br>
              <a:rPr lang="id-ID" sz="2400" dirty="0"/>
            </a:br>
            <a:r>
              <a:rPr lang="id-ID" sz="2400" dirty="0"/>
              <a:t>&lt;form&gt;</a:t>
            </a:r>
            <a:br>
              <a:rPr lang="id-ID" sz="2400" dirty="0"/>
            </a:br>
            <a:r>
              <a:rPr lang="id-ID" sz="2400" dirty="0"/>
              <a:t>  Besar Pembelian :</a:t>
            </a:r>
            <a:br>
              <a:rPr lang="id-ID" sz="2400" dirty="0"/>
            </a:br>
            <a:r>
              <a:rPr lang="id-ID" sz="2400" dirty="0"/>
              <a:t>  &lt;input type=text name=total_beli&gt;&lt;br&gt;&lt;br&gt;</a:t>
            </a:r>
            <a:br>
              <a:rPr lang="id-ID" sz="2400" dirty="0"/>
            </a:br>
            <a:r>
              <a:rPr lang="id-ID" sz="2400" dirty="0"/>
              <a:t>  &lt;input type=submit value="Tentukan Diskon"&gt;</a:t>
            </a:r>
            <a:br>
              <a:rPr lang="id-ID" sz="2400" dirty="0"/>
            </a:br>
            <a:r>
              <a:rPr lang="id-ID" sz="2400" dirty="0"/>
              <a:t>&lt;/form&gt;</a:t>
            </a:r>
            <a:br>
              <a:rPr lang="id-ID" sz="2400" dirty="0"/>
            </a:br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  if (isset($total_beli))</a:t>
            </a:r>
            <a:br>
              <a:rPr lang="id-ID" sz="2400" dirty="0"/>
            </a:br>
            <a:r>
              <a:rPr lang="id-ID" sz="2400" dirty="0"/>
              <a:t>  {</a:t>
            </a:r>
            <a:br>
              <a:rPr lang="id-ID" sz="2400" dirty="0"/>
            </a:br>
            <a:r>
              <a:rPr lang="id-ID" sz="2400" dirty="0"/>
              <a:t> $total_beli=intval($total_beli);</a:t>
            </a:r>
            <a:br>
              <a:rPr lang="id-ID" sz="2400" dirty="0"/>
            </a:br>
            <a:r>
              <a:rPr lang="id-ID" sz="2400" dirty="0"/>
              <a:t> $diskon=0;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Latihan 2.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5610896" y="1164857"/>
            <a:ext cx="5992969" cy="5262979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 if($total_beli&gt;=200000)</a:t>
            </a:r>
          </a:p>
          <a:p>
            <a:r>
              <a:rPr lang="id-ID" sz="2400" dirty="0"/>
              <a:t> 	  $diskon=0.1;</a:t>
            </a:r>
          </a:p>
          <a:p>
            <a:r>
              <a:rPr lang="id-ID" sz="2400" dirty="0"/>
              <a:t> else if ($total_beli&gt;=100000)</a:t>
            </a:r>
          </a:p>
          <a:p>
            <a:r>
              <a:rPr lang="id-ID" sz="2400" dirty="0"/>
              <a:t>    $diskon= 0.05;</a:t>
            </a:r>
          </a:p>
          <a:p>
            <a:r>
              <a:rPr lang="id-ID" sz="2400" dirty="0"/>
              <a:t>	else</a:t>
            </a:r>
          </a:p>
          <a:p>
            <a:r>
              <a:rPr lang="id-ID" sz="2400" dirty="0"/>
              <a:t>	   $diskon=0.01</a:t>
            </a:r>
            <a:r>
              <a:rPr lang="id-ID" sz="2400" dirty="0" smtClean="0"/>
              <a:t>;</a:t>
            </a:r>
            <a:r>
              <a:rPr lang="id-ID" sz="2400" dirty="0"/>
              <a:t>	   </a:t>
            </a:r>
          </a:p>
          <a:p>
            <a:r>
              <a:rPr lang="id-ID" sz="2400" dirty="0"/>
              <a:t>	$diskon=$diskon * intval($total_beli);</a:t>
            </a:r>
          </a:p>
          <a:p>
            <a:r>
              <a:rPr lang="id-ID" sz="2400" dirty="0"/>
              <a:t>	printf("Diskon	= %s &lt;br&gt;\n", $diskon);</a:t>
            </a:r>
          </a:p>
          <a:p>
            <a:r>
              <a:rPr lang="id-ID" sz="2400" dirty="0"/>
              <a:t> printf("Pembayaran = %s &lt;br&gt;\n", $total_beli-$diskon);</a:t>
            </a:r>
          </a:p>
          <a:p>
            <a:r>
              <a:rPr lang="id-ID" sz="2400" dirty="0"/>
              <a:t>  }</a:t>
            </a:r>
          </a:p>
          <a:p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</a:p>
          <a:p>
            <a:r>
              <a:rPr lang="id-ID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2868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/>
          </a:bodyPr>
          <a:lstStyle/>
          <a:p>
            <a:r>
              <a:rPr lang="id-ID" sz="2800" dirty="0"/>
              <a:t>switch(variable) {</a:t>
            </a:r>
            <a:br>
              <a:rPr lang="id-ID" sz="2800" dirty="0"/>
            </a:br>
            <a:r>
              <a:rPr lang="id-ID" sz="2800" dirty="0"/>
              <a:t>case nilai 1 : </a:t>
            </a:r>
            <a:br>
              <a:rPr lang="id-ID" sz="2800" dirty="0"/>
            </a:br>
            <a:r>
              <a:rPr lang="id-ID" sz="2800" dirty="0"/>
              <a:t>    perintah yang dijalankan ; </a:t>
            </a:r>
            <a:br>
              <a:rPr lang="id-ID" sz="2800" dirty="0"/>
            </a:br>
            <a:r>
              <a:rPr lang="id-ID" sz="2800" dirty="0"/>
              <a:t>    break;</a:t>
            </a:r>
            <a:br>
              <a:rPr lang="id-ID" sz="2800" dirty="0"/>
            </a:br>
            <a:r>
              <a:rPr lang="id-ID" sz="2800" dirty="0"/>
              <a:t>case nilai 2 :</a:t>
            </a:r>
            <a:br>
              <a:rPr lang="id-ID" sz="2800" dirty="0"/>
            </a:br>
            <a:r>
              <a:rPr lang="id-ID" sz="2800" dirty="0"/>
              <a:t>    perintah yang dijalankan ; </a:t>
            </a:r>
            <a:br>
              <a:rPr lang="id-ID" sz="2800" dirty="0"/>
            </a:br>
            <a:r>
              <a:rPr lang="id-ID" sz="2800" dirty="0"/>
              <a:t>    break;</a:t>
            </a:r>
            <a:br>
              <a:rPr lang="id-ID" sz="2800" dirty="0"/>
            </a:br>
            <a:r>
              <a:rPr lang="id-ID" sz="2800" dirty="0"/>
              <a:t>...</a:t>
            </a:r>
            <a:br>
              <a:rPr lang="id-ID" sz="2800" dirty="0"/>
            </a:br>
            <a:r>
              <a:rPr lang="id-ID" sz="2800" dirty="0"/>
              <a:t>default :</a:t>
            </a:r>
            <a:br>
              <a:rPr lang="id-ID" sz="2800" dirty="0"/>
            </a:br>
            <a:r>
              <a:rPr lang="id-ID" sz="2800" dirty="0"/>
              <a:t>    perintah yang dijalankan </a:t>
            </a:r>
            <a:r>
              <a:rPr lang="id-ID" sz="2800" dirty="0" smtClean="0"/>
              <a:t>;</a:t>
            </a:r>
            <a:br>
              <a:rPr lang="id-ID" sz="2800" dirty="0" smtClean="0"/>
            </a:br>
            <a:r>
              <a:rPr lang="id-ID" sz="2800" dirty="0"/>
              <a:t> break;</a:t>
            </a:r>
            <a:br>
              <a:rPr lang="id-ID" sz="2800" dirty="0"/>
            </a:br>
            <a:r>
              <a:rPr lang="id-ID" sz="2800" dirty="0"/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id-ID" b="1" dirty="0" smtClean="0"/>
              <a:t>C. SWITCH </a:t>
            </a:r>
            <a:r>
              <a:rPr lang="id-ID" b="1" dirty="0"/>
              <a:t>CASE</a:t>
            </a:r>
            <a:endParaRPr lang="id-ID" sz="4000" b="1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735" y="1094704"/>
            <a:ext cx="6014433" cy="43401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138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/>
          </a:bodyPr>
          <a:lstStyle/>
          <a:p>
            <a:r>
              <a:rPr lang="id-ID" sz="2800" dirty="0" smtClean="0"/>
              <a:t>?</a:t>
            </a:r>
            <a:r>
              <a:rPr lang="id-ID" sz="2800" dirty="0"/>
              <a:t>php</a:t>
            </a:r>
            <a:br>
              <a:rPr lang="id-ID" sz="2800" dirty="0"/>
            </a:br>
            <a:r>
              <a:rPr lang="id-ID" sz="2800" dirty="0"/>
              <a:t>    $destination="Tokyo";</a:t>
            </a:r>
            <a:br>
              <a:rPr lang="id-ID" sz="2800" dirty="0"/>
            </a:br>
            <a:r>
              <a:rPr lang="id-ID" sz="2800" dirty="0"/>
              <a:t>    Switch ($destination){</a:t>
            </a:r>
            <a:br>
              <a:rPr lang="id-ID" sz="2800" dirty="0"/>
            </a:br>
            <a:r>
              <a:rPr lang="id-ID" sz="2800" dirty="0"/>
              <a:t>	case "Las Vegas":</a:t>
            </a:r>
            <a:br>
              <a:rPr lang="id-ID" sz="2800" dirty="0"/>
            </a:br>
            <a:r>
              <a:rPr lang="id-ID" sz="2800" dirty="0"/>
              <a:t>	</a:t>
            </a:r>
            <a:r>
              <a:rPr lang="id-ID" sz="2800" dirty="0" smtClean="0"/>
              <a:t>echo </a:t>
            </a:r>
            <a:r>
              <a:rPr lang="id-ID" sz="2800" dirty="0"/>
              <a:t>"Bring an extra $500";</a:t>
            </a:r>
            <a:br>
              <a:rPr lang="id-ID" sz="2800" dirty="0"/>
            </a:br>
            <a:r>
              <a:rPr lang="id-ID" sz="2800" dirty="0"/>
              <a:t>	</a:t>
            </a:r>
            <a:r>
              <a:rPr lang="id-ID" sz="2800" dirty="0" smtClean="0"/>
              <a:t>break</a:t>
            </a:r>
            <a:r>
              <a:rPr lang="id-ID" sz="2800" dirty="0"/>
              <a:t>;</a:t>
            </a:r>
            <a:br>
              <a:rPr lang="id-ID" sz="2800" dirty="0"/>
            </a:br>
            <a:r>
              <a:rPr lang="id-ID" sz="2800" dirty="0"/>
              <a:t>	case "Amsterdam":</a:t>
            </a:r>
            <a:br>
              <a:rPr lang="id-ID" sz="2800" dirty="0"/>
            </a:br>
            <a:r>
              <a:rPr lang="id-ID" sz="2800" dirty="0"/>
              <a:t>	</a:t>
            </a:r>
            <a:r>
              <a:rPr lang="id-ID" sz="2800" dirty="0" smtClean="0"/>
              <a:t>echo </a:t>
            </a:r>
            <a:r>
              <a:rPr lang="id-ID" sz="2800" dirty="0"/>
              <a:t>"Bring an open mind";</a:t>
            </a:r>
            <a:br>
              <a:rPr lang="id-ID" sz="2800" dirty="0"/>
            </a:br>
            <a:r>
              <a:rPr lang="id-ID" sz="2800" dirty="0"/>
              <a:t>	</a:t>
            </a:r>
            <a:r>
              <a:rPr lang="id-ID" sz="2800" dirty="0" smtClean="0"/>
              <a:t>break</a:t>
            </a:r>
            <a:r>
              <a:rPr lang="id-ID" sz="2800" dirty="0"/>
              <a:t>;	</a:t>
            </a:r>
            <a:br>
              <a:rPr lang="id-ID" sz="2800" dirty="0"/>
            </a:br>
            <a:r>
              <a:rPr lang="id-ID" sz="2800" dirty="0"/>
              <a:t>	case "Egypt":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/>
              <a:t>Latihan </a:t>
            </a:r>
            <a:r>
              <a:rPr lang="id-ID" b="1" dirty="0" smtClean="0"/>
              <a:t>3</a:t>
            </a:r>
            <a:endParaRPr lang="id-ID" b="1" dirty="0"/>
          </a:p>
        </p:txBody>
      </p:sp>
      <p:sp>
        <p:nvSpPr>
          <p:cNvPr id="4" name="Rectangle 3"/>
          <p:cNvSpPr/>
          <p:nvPr/>
        </p:nvSpPr>
        <p:spPr>
          <a:xfrm>
            <a:off x="6126056" y="1267889"/>
            <a:ext cx="5992969" cy="3785652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echo "Bring 15 bottles of SPF 50 Sunscreen";</a:t>
            </a:r>
          </a:p>
          <a:p>
            <a:r>
              <a:rPr lang="id-ID" sz="2400" dirty="0"/>
              <a:t>		break;	</a:t>
            </a:r>
          </a:p>
          <a:p>
            <a:r>
              <a:rPr lang="id-ID" sz="2400" dirty="0"/>
              <a:t>	case "Tokyo":</a:t>
            </a:r>
          </a:p>
          <a:p>
            <a:r>
              <a:rPr lang="id-ID" sz="2400" dirty="0"/>
              <a:t>		echo "Bring lots of money";</a:t>
            </a:r>
          </a:p>
          <a:p>
            <a:r>
              <a:rPr lang="id-ID" sz="2400" dirty="0"/>
              <a:t>		break;</a:t>
            </a:r>
          </a:p>
          <a:p>
            <a:r>
              <a:rPr lang="id-ID" sz="2400" dirty="0"/>
              <a:t>	case "Caribbean Islands":</a:t>
            </a:r>
          </a:p>
          <a:p>
            <a:r>
              <a:rPr lang="id-ID" sz="2400" dirty="0"/>
              <a:t>		echo "Bring a swimsuit";</a:t>
            </a:r>
          </a:p>
          <a:p>
            <a:r>
              <a:rPr lang="id-ID" sz="2400" dirty="0"/>
              <a:t>		break;	</a:t>
            </a:r>
          </a:p>
          <a:p>
            <a:r>
              <a:rPr lang="id-ID" sz="2400" dirty="0"/>
              <a:t>    }</a:t>
            </a:r>
          </a:p>
          <a:p>
            <a:r>
              <a:rPr lang="id-ID" sz="24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34370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04548"/>
            <a:ext cx="6813997" cy="4958370"/>
          </a:xfrm>
        </p:spPr>
        <p:txBody>
          <a:bodyPr>
            <a:normAutofit fontScale="90000"/>
          </a:bodyPr>
          <a:lstStyle/>
          <a:p>
            <a:r>
              <a:rPr lang="id-ID" sz="2800" dirty="0"/>
              <a:t>&lt;html&gt;</a:t>
            </a:r>
            <a:br>
              <a:rPr lang="id-ID" sz="2800" dirty="0"/>
            </a:br>
            <a:r>
              <a:rPr lang="id-ID" sz="2800" dirty="0"/>
              <a:t>&lt;head&gt;</a:t>
            </a:r>
            <a:br>
              <a:rPr lang="id-ID" sz="2800" dirty="0"/>
            </a:br>
            <a:r>
              <a:rPr lang="id-ID" sz="2800" dirty="0"/>
              <a:t>&lt;title&gt;PenggunaanSwitch - Case&lt;/title&gt;</a:t>
            </a:r>
            <a:br>
              <a:rPr lang="id-ID" sz="2800" dirty="0"/>
            </a:br>
            <a:r>
              <a:rPr lang="id-ID" sz="2800" dirty="0"/>
              <a:t>&lt;/head&gt;</a:t>
            </a:r>
            <a:br>
              <a:rPr lang="id-ID" sz="2800" dirty="0"/>
            </a:br>
            <a:r>
              <a:rPr lang="id-ID" sz="2800" dirty="0"/>
              <a:t>&lt;body&gt;</a:t>
            </a:r>
            <a:br>
              <a:rPr lang="id-ID" sz="2800" dirty="0"/>
            </a:br>
            <a:r>
              <a:rPr lang="id-ID" sz="2800" dirty="0"/>
              <a:t>Hari ini :</a:t>
            </a:r>
            <a:br>
              <a:rPr lang="id-ID" sz="2800" dirty="0"/>
            </a:br>
            <a:r>
              <a:rPr lang="id-ID" sz="2800" dirty="0"/>
              <a:t>&lt;?Php</a:t>
            </a:r>
            <a:br>
              <a:rPr lang="id-ID" sz="2800" dirty="0"/>
            </a:br>
            <a:r>
              <a:rPr lang="id-ID" sz="2800" dirty="0"/>
              <a:t>    $nama_hari = date("l");</a:t>
            </a:r>
            <a:br>
              <a:rPr lang="id-ID" sz="2800" dirty="0"/>
            </a:br>
            <a:r>
              <a:rPr lang="id-ID" sz="2800" dirty="0"/>
              <a:t>    Switch ($nama_hari)</a:t>
            </a:r>
            <a:br>
              <a:rPr lang="id-ID" sz="2800" dirty="0"/>
            </a:br>
            <a:r>
              <a:rPr lang="id-ID" sz="2800" dirty="0"/>
              <a:t>    {</a:t>
            </a:r>
            <a:br>
              <a:rPr lang="id-ID" sz="2800" dirty="0"/>
            </a:br>
            <a:r>
              <a:rPr lang="id-ID" sz="2800" dirty="0"/>
              <a:t>      Case "Sunday" ;</a:t>
            </a:r>
            <a:br>
              <a:rPr lang="id-ID" sz="2800" dirty="0"/>
            </a:br>
            <a:r>
              <a:rPr lang="id-ID" sz="2800" dirty="0"/>
              <a:t>        Print("Minggu");</a:t>
            </a:r>
            <a:br>
              <a:rPr lang="id-ID" sz="2800" dirty="0"/>
            </a:br>
            <a:r>
              <a:rPr lang="id-ID" sz="2800" dirty="0"/>
              <a:t>	   print "Waktu untuk istirahat";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dirty="0"/>
              <a:t>Latihan 4.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056" y="1267889"/>
            <a:ext cx="5992969" cy="4154984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 Break;</a:t>
            </a:r>
          </a:p>
          <a:p>
            <a:r>
              <a:rPr lang="id-ID" sz="2400" dirty="0"/>
              <a:t>      Case "Monday" ;</a:t>
            </a:r>
          </a:p>
          <a:p>
            <a:r>
              <a:rPr lang="id-ID" sz="2400" dirty="0"/>
              <a:t>        Print("Senin &lt;br&gt;");</a:t>
            </a:r>
          </a:p>
          <a:p>
            <a:r>
              <a:rPr lang="id-ID" sz="2400" dirty="0"/>
              <a:t>	   print "Meeting awal minggu jam 08.00";</a:t>
            </a:r>
          </a:p>
          <a:p>
            <a:r>
              <a:rPr lang="id-ID" sz="2400" dirty="0"/>
              <a:t>        Break;</a:t>
            </a:r>
          </a:p>
          <a:p>
            <a:r>
              <a:rPr lang="id-ID" sz="2400" dirty="0"/>
              <a:t>      Case "Tuesday" </a:t>
            </a:r>
            <a:r>
              <a:rPr lang="id-ID" sz="2400" dirty="0" smtClean="0"/>
              <a:t>;</a:t>
            </a:r>
          </a:p>
          <a:p>
            <a:r>
              <a:rPr lang="id-ID" sz="2400" dirty="0"/>
              <a:t>Print("Selasa &lt;br&gt;");</a:t>
            </a:r>
          </a:p>
          <a:p>
            <a:r>
              <a:rPr lang="id-ID" sz="2400" dirty="0"/>
              <a:t>        print "Pembukaan Workshop Diklat";</a:t>
            </a:r>
          </a:p>
          <a:p>
            <a:r>
              <a:rPr lang="id-ID" sz="2400" dirty="0"/>
              <a:t>        Break;</a:t>
            </a:r>
          </a:p>
          <a:p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419916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60" y="1004548"/>
            <a:ext cx="6813997" cy="4958370"/>
          </a:xfrm>
        </p:spPr>
        <p:txBody>
          <a:bodyPr>
            <a:normAutofit/>
          </a:bodyPr>
          <a:lstStyle/>
          <a:p>
            <a:r>
              <a:rPr lang="id-ID" sz="2400" dirty="0"/>
              <a:t>Case "Wednesday" ;</a:t>
            </a:r>
            <a:br>
              <a:rPr lang="id-ID" sz="2400" dirty="0"/>
            </a:br>
            <a:r>
              <a:rPr lang="id-ID" sz="2400" dirty="0"/>
              <a:t>       Print("Rabu &lt;br&gt;");</a:t>
            </a:r>
            <a:br>
              <a:rPr lang="id-ID" sz="2400" dirty="0"/>
            </a:br>
            <a:r>
              <a:rPr lang="id-ID" sz="2400" dirty="0"/>
              <a:t>	  print ("Seminar Launchig Window Vista </a:t>
            </a:r>
            <a:r>
              <a:rPr lang="id-ID" sz="2400" dirty="0" smtClean="0"/>
              <a:t/>
            </a:r>
            <a:br>
              <a:rPr lang="id-ID" sz="2400" dirty="0" smtClean="0"/>
            </a:br>
            <a:r>
              <a:rPr lang="id-ID" sz="2400" dirty="0" smtClean="0"/>
              <a:t>di </a:t>
            </a:r>
            <a:r>
              <a:rPr lang="id-ID" sz="2400" dirty="0"/>
              <a:t>JHCC");</a:t>
            </a:r>
            <a:br>
              <a:rPr lang="id-ID" sz="2400" dirty="0"/>
            </a:br>
            <a:r>
              <a:rPr lang="id-ID" sz="2400" dirty="0"/>
              <a:t>       Break;</a:t>
            </a:r>
            <a:br>
              <a:rPr lang="id-ID" sz="2400" dirty="0"/>
            </a:br>
            <a:r>
              <a:rPr lang="id-ID" sz="2400" dirty="0"/>
              <a:t>	Case "Thrusday" ;</a:t>
            </a:r>
            <a:br>
              <a:rPr lang="id-ID" sz="2400" dirty="0"/>
            </a:br>
            <a:r>
              <a:rPr lang="id-ID" sz="2400" dirty="0"/>
              <a:t>       Print("Kamis &lt;br&gt;");</a:t>
            </a:r>
            <a:br>
              <a:rPr lang="id-ID" sz="2400" dirty="0"/>
            </a:br>
            <a:r>
              <a:rPr lang="id-ID" sz="2400" dirty="0"/>
              <a:t>	  print "Pertemuan dengan Mahasiswa";</a:t>
            </a:r>
            <a:br>
              <a:rPr lang="id-ID" sz="2400" dirty="0"/>
            </a:br>
            <a:r>
              <a:rPr lang="id-ID" sz="2400" dirty="0"/>
              <a:t>       Break;</a:t>
            </a:r>
            <a:br>
              <a:rPr lang="id-ID" sz="2400" dirty="0"/>
            </a:br>
            <a:r>
              <a:rPr lang="id-ID" sz="2400" dirty="0"/>
              <a:t>     Case "Friday" ;</a:t>
            </a:r>
            <a:br>
              <a:rPr lang="id-ID" sz="2400" dirty="0"/>
            </a:br>
            <a:r>
              <a:rPr lang="id-ID" sz="2400" dirty="0"/>
              <a:t>       Print("Jum’at &lt;br&gt;");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195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dirty="0" smtClean="0"/>
              <a:t>Lanjutan Latihan </a:t>
            </a:r>
            <a:r>
              <a:rPr lang="id-ID" dirty="0"/>
              <a:t>4.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3330" y="1267889"/>
            <a:ext cx="5992969" cy="3785652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print "Jogging bersama";</a:t>
            </a:r>
          </a:p>
          <a:p>
            <a:r>
              <a:rPr lang="id-ID" sz="2400" dirty="0"/>
              <a:t>       Break;</a:t>
            </a:r>
          </a:p>
          <a:p>
            <a:r>
              <a:rPr lang="id-ID" sz="2400" dirty="0"/>
              <a:t>     Default :</a:t>
            </a:r>
          </a:p>
          <a:p>
            <a:r>
              <a:rPr lang="id-ID" sz="2400" dirty="0"/>
              <a:t>       Print("Sabtu &lt;br&gt;");</a:t>
            </a:r>
          </a:p>
          <a:p>
            <a:r>
              <a:rPr lang="id-ID" sz="2400" dirty="0"/>
              <a:t>	  print "Survey harga ke Dusit, Mangga Dua";</a:t>
            </a:r>
          </a:p>
          <a:p>
            <a:r>
              <a:rPr lang="id-ID" sz="2400" dirty="0"/>
              <a:t>  }</a:t>
            </a:r>
          </a:p>
          <a:p>
            <a:r>
              <a:rPr lang="id-ID" sz="2400" dirty="0"/>
              <a:t>?&gt;</a:t>
            </a:r>
          </a:p>
          <a:p>
            <a:r>
              <a:rPr lang="id-ID" sz="2400" dirty="0"/>
              <a:t>&lt;/body&gt;</a:t>
            </a:r>
          </a:p>
          <a:p>
            <a:r>
              <a:rPr lang="id-ID" sz="2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824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229</Words>
  <Application>Microsoft Office PowerPoint</Application>
  <PresentationFormat>Custom</PresentationFormat>
  <Paragraphs>72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BAB III  STRUKTUR KONTROL</vt:lpstr>
      <vt:lpstr>A. Pernyataan if Sederhana  Pada bentuk ini, bagian pernyataan akan dijalankan apabila bagian ekspresi bernilai benar. if (ekspresi) {   //pernyataan (kode yang dieksekusi) } </vt:lpstr>
      <vt:lpstr>Bentuk kedua pernyataan if melibatkan bagian else. Formatnya seperti berikut : if (ekspresi) { //pernyataan_1 (kode yang dieksekusi) } else { //pernyataan_2 (kode yang dieksekusi) } Keterangan: Bagian pernyataan_1 dijalankan kalau ekspresi berniali benar, dan Bagian pernyataan_2 dijalankan kalau ekspresi bernilai salah.</vt:lpstr>
      <vt:lpstr>Pernyataan if…elseif… sangat bermanfaat untuk melakukan pengambilan keputusan yang melibatkan banyak alternative. if (ekspresi) { //pernyataan_1 (kode yang dieksekusi) } elseif { //pernyataan_2 (kode yang dieksekusi) } else { //pernyataan_3 (kode yang dieksekusi) }</vt:lpstr>
      <vt:lpstr>&lt;? $ball = 'purple';    //Coba ubah ke "yellow", "blue",  "green", "purple", atau warna lain if ($ball == 'red') {   $redbox = $ball; } elseif ($ball == 'yellow') {    $yellowbox = $ball; } elseif ($ball == 'blue') {    $bluebox = $ball; } elseif ($ball == 'green') {    $greenbox = $ball; } elseif ($ball == 'purple') {  </vt:lpstr>
      <vt:lpstr>&lt;html&gt; &lt;head&gt; &lt;title&gt;contoh Penggunaan IF&lt;/title&gt; &lt;/head&gt; &lt;body&gt; &lt;form&gt;   Besar Pembelian :   &lt;input type=text name=total_beli&gt;&lt;br&gt;&lt;br&gt;   &lt;input type=submit value="Tentukan Diskon"&gt; &lt;/form&gt; &lt;?php   if (isset($total_beli))   {  $total_beli=intval($total_beli);  $diskon=0;</vt:lpstr>
      <vt:lpstr>switch(variable) { case nilai 1 :      perintah yang dijalankan ;      break; case nilai 2 :     perintah yang dijalankan ;      break; ... default :     perintah yang dijalankan ;  break; }</vt:lpstr>
      <vt:lpstr>?php     $destination="Tokyo";     Switch ($destination){  case "Las Vegas":  echo "Bring an extra $500";  break;  case "Amsterdam":  echo "Bring an open mind";  break;   case "Egypt":</vt:lpstr>
      <vt:lpstr>&lt;html&gt; &lt;head&gt; &lt;title&gt;PenggunaanSwitch - Case&lt;/title&gt; &lt;/head&gt; &lt;body&gt; Hari ini : &lt;?Php     $nama_hari = date("l");     Switch ($nama_hari)     {       Case "Sunday" ;         Print("Minggu");     print "Waktu untuk istirahat";</vt:lpstr>
      <vt:lpstr>Case "Wednesday" ;        Print("Rabu &lt;br&gt;");    print ("Seminar Launchig Window Vista  di JHCC");        Break;  Case "Thrusday" ;        Print("Kamis &lt;br&gt;");    print "Pertemuan dengan Mahasiswa";        Break;      Case "Friday" ;        Print("Jum’at &lt;br&gt;");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zainudin</cp:lastModifiedBy>
  <cp:revision>25</cp:revision>
  <dcterms:created xsi:type="dcterms:W3CDTF">2021-08-16T10:58:02Z</dcterms:created>
  <dcterms:modified xsi:type="dcterms:W3CDTF">2021-08-25T02:11:55Z</dcterms:modified>
</cp:coreProperties>
</file>